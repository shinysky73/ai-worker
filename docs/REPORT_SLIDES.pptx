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4" r:id="rId2"/>
    <p:sldId id="296" r:id="rId3"/>
    <p:sldId id="258" r:id="rId4"/>
    <p:sldId id="292" r:id="rId5"/>
    <p:sldId id="297" r:id="rId6"/>
    <p:sldId id="261" r:id="rId7"/>
    <p:sldId id="262" r:id="rId8"/>
    <p:sldId id="293" r:id="rId9"/>
    <p:sldId id="298" r:id="rId10"/>
    <p:sldId id="299" r:id="rId11"/>
    <p:sldId id="300" r:id="rId12"/>
    <p:sldId id="301" r:id="rId13"/>
    <p:sldId id="268" r:id="rId14"/>
    <p:sldId id="295" r:id="rId15"/>
    <p:sldId id="290" r:id="rId16"/>
    <p:sldId id="306" r:id="rId17"/>
    <p:sldId id="302" r:id="rId18"/>
    <p:sldId id="278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55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176" y="2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471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0" y="175260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926080" y="1752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 프로젝트 결과보고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131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B8C9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기반 업무 자동화 도구 모음 플랫폼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A3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신희천    |    2025.02 ~ 2026.03</a:t>
            </a:r>
          </a:p>
        </p:txBody>
      </p:sp>
    </p:spTree>
    <p:extLst>
      <p:ext uri="{BB962C8B-B14F-4D97-AF65-F5344CB8AC3E}">
        <p14:creationId xmlns:p14="http://schemas.microsoft.com/office/powerpoint/2010/main" val="4157080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389888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32588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프로젝트명: </a:t>
            </a:r>
            <a:r>
              <a:rPr lang="en-US" sz="15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Worker — AI 기반 업무 자동화 도구 모음 플랫폼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기간: </a:t>
            </a:r>
            <a:r>
              <a:rPr lang="en-US" sz="15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2025.02 ~ 2026.03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인원: </a:t>
            </a:r>
            <a:r>
              <a:rPr lang="en-US" sz="15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목적: </a:t>
            </a:r>
            <a:r>
              <a:rPr lang="en-US" sz="15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반복 업무를 AI로 자동화하여 업무 효율 향상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828800" cy="1097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</a:p>
        </p:txBody>
      </p:sp>
      <p:sp>
        <p:nvSpPr>
          <p:cNvPr id="12" name="Shape 10"/>
          <p:cNvSpPr/>
          <p:nvPr/>
        </p:nvSpPr>
        <p:spPr>
          <a:xfrm>
            <a:off x="2651760" y="3474720"/>
            <a:ext cx="1828800" cy="1097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51760" y="3520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65176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TypeScript 파일</a:t>
            </a:r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1828800" cy="1097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54880" y="3520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29K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5488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라인</a:t>
            </a:r>
          </a:p>
        </p:txBody>
      </p:sp>
      <p:sp>
        <p:nvSpPr>
          <p:cNvPr id="18" name="Shape 16"/>
          <p:cNvSpPr/>
          <p:nvPr/>
        </p:nvSpPr>
        <p:spPr>
          <a:xfrm>
            <a:off x="6858000" y="3474720"/>
            <a:ext cx="1828800" cy="1097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58000" y="3520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5800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파일</a:t>
            </a:r>
          </a:p>
        </p:txBody>
      </p:sp>
      <p:sp>
        <p:nvSpPr>
          <p:cNvPr id="21" name="Text 19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308438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389888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기능 (4가지)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62786"/>
              </p:ext>
            </p:extLst>
          </p:nvPr>
        </p:nvGraphicFramePr>
        <p:xfrm>
          <a:off x="548640" y="1371600"/>
          <a:ext cx="8046720" cy="2057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스크립트 생성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PPT/PDF 업로드 → 슬라이드별 발표 스크립트 자동 생성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분석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표/차트 이미지 → 텍스트 설명 + 핵심 인사이트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엑셀 변환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영수증/명함 이미지 → 구조화 데이터 → 엑셀 다운로드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면접 질문 생성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공고(JD) + 이력서 → 맞춤 면접 질문 + 평가 기준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389888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사용한 AI 도구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794760" cy="2926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724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탑재 AI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2103120"/>
            <a:ext cx="344438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Gemini 2.5 (Vision API)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슬라이드 이미지 분석 및 발표 스크립트 생성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콘텐츠 분석 (표, 차트)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영수증/명함 데이터 추출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면접 질문 및 평가 기준 생성</a:t>
            </a:r>
          </a:p>
        </p:txBody>
      </p:sp>
      <p:sp>
        <p:nvSpPr>
          <p:cNvPr id="13" name="Shape 11"/>
          <p:cNvSpPr/>
          <p:nvPr/>
        </p:nvSpPr>
        <p:spPr>
          <a:xfrm>
            <a:off x="4800600" y="1371600"/>
            <a:ext cx="3794760" cy="29260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029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029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3212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개발에 활용한 AI Tool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210312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Claude Code (Anthropic)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TDD 기반 코드 작성 및 테스트 자동 생성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리뷰, 디버깅, Git 워크플로우 자동화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커스텀 스킬로 반복 워크플로우 자동화</a:t>
            </a:r>
          </a:p>
        </p:txBody>
      </p:sp>
      <p:sp>
        <p:nvSpPr>
          <p:cNvPr id="18" name="Text 1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067890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901952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8046720" cy="2011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React Client  ──────→  NestJS API  ──────→  PostgreSQL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(Vite, :5175)           (:3002)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Gemini 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(Vision)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5661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모노레포 구조</a:t>
            </a:r>
            <a:r>
              <a:rPr lang="en-US" sz="14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pnpm workspace (apps/api-server + apps/user-client)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컨테이너화</a:t>
            </a:r>
            <a:r>
              <a:rPr lang="en-US" sz="14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Docker Compose (API + Client + DB)</a:t>
            </a:r>
          </a:p>
        </p:txBody>
      </p:sp>
      <p:sp>
        <p:nvSpPr>
          <p:cNvPr id="11" name="Text 9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91490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645920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23071"/>
              </p:ext>
            </p:extLst>
          </p:nvPr>
        </p:nvGraphicFramePr>
        <p:xfrm>
          <a:off x="548640" y="1371600"/>
          <a:ext cx="8046720" cy="268833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프론트엔드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React 19, Vite 7, TypeScript, Tailwind CSS, Zustand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백엔드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NestJS 11, Express 5, Prisma 7, Passport JWT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데이터베이스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PostgreSQL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Google Gemini 2.5 Flash (Vision API)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인프라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Docker, Docker Compose, Nginx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Jest (백엔드), Vitest (프론트엔드)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773936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— 로그인 / 메인</a:t>
            </a:r>
            <a:endParaRPr lang="en-US" sz="2800" dirty="0"/>
          </a:p>
        </p:txBody>
      </p:sp>
      <p:pic>
        <p:nvPicPr>
          <p:cNvPr id="8" name="Image 0" descr="/Users/shinysky/workspace/ai-worker/screens/00-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371600"/>
            <a:ext cx="384048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46177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화면</a:t>
            </a:r>
            <a:endParaRPr lang="en-US" sz="1000" dirty="0"/>
          </a:p>
        </p:txBody>
      </p:sp>
      <p:pic>
        <p:nvPicPr>
          <p:cNvPr id="10" name="Image 1" descr="/Users/shinysky/workspace/ai-worker/screens/01-mai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971675"/>
            <a:ext cx="3840480" cy="20002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4880" y="4617720"/>
            <a:ext cx="355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대시보드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412480" y="4927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517904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517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상세 — 발표 스크립트 생성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AI 파이프라인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슬라이드 분석: Gemini Vision으로 슬라이드 이미지 분석</a:t>
            </a:r>
          </a:p>
          <a:p>
            <a:pPr marL="228600" indent="-2286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맥락 기반 생성: 이전 슬라이드 맥락을 반영한 스크립트 생성</a:t>
            </a:r>
          </a:p>
          <a:p>
            <a:pPr marL="228600" indent="-2286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후처리 리파인: 톤, 시간, 일관성 고려하여 정제</a:t>
            </a:r>
          </a:p>
        </p:txBody>
      </p:sp>
      <p:pic>
        <p:nvPicPr>
          <p:cNvPr id="10" name="Image 0" descr="/Users/shinysky/workspace/ai-worker/screens/02-script-generato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40042" y="2979018"/>
            <a:ext cx="2645273" cy="144860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800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스크립트 생성 화면</a:t>
            </a:r>
            <a:endParaRPr lang="en-US" sz="1000" dirty="0"/>
          </a:p>
        </p:txBody>
      </p:sp>
      <p:pic>
        <p:nvPicPr>
          <p:cNvPr id="12" name="Image 1" descr="/Users/shinysky/workspace/ai-worker/screens/03-script-generator-histor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86968" y="2651760"/>
            <a:ext cx="3556001" cy="21031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4800600"/>
            <a:ext cx="355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히스토리 화면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412480" y="4927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58721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517904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517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상세 — 이미지 분석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28016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표, 차트, 기타 이미지 업로드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 Vision API로 콘텐츠 분석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출력: 텍스트 설명 + 핵심 인사이트 목록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타입 자동 분류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히스토리 관리 (재조회/삭제)</a:t>
            </a:r>
          </a:p>
        </p:txBody>
      </p:sp>
      <p:pic>
        <p:nvPicPr>
          <p:cNvPr id="9" name="Image 0" descr="/Users/shinysky/workspace/ai-worker/screens/04-imag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2991027"/>
            <a:ext cx="3840480" cy="13194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800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분석 화면</a:t>
            </a:r>
            <a:endParaRPr lang="en-US" sz="1000" dirty="0"/>
          </a:p>
        </p:txBody>
      </p:sp>
      <p:pic>
        <p:nvPicPr>
          <p:cNvPr id="11" name="Image 1" descr="/Users/shinysky/workspace/ai-worker/screens/05-image-histor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88980" y="2651760"/>
            <a:ext cx="3556001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4800600"/>
            <a:ext cx="355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히스토리 화면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412480" y="4927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64428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517904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517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상세 — 엑셀 변환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28016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영수증 또는 명함 이미지 다중 업로드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 Vision API로 구조화 데이터 추출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영수증: 날짜, 상호명, 항목요약, 합계금액, 결제수단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명함: 이름, 직함, 회사명, 전화번호, 이메일, 주소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파일 다운로드 (ExcelJS), 변환 히스토리 관리</a:t>
            </a:r>
          </a:p>
        </p:txBody>
      </p:sp>
      <p:pic>
        <p:nvPicPr>
          <p:cNvPr id="9" name="Image 0" descr="/Users/shinysky/workspace/ai-worker/screens/06-exce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3016664"/>
            <a:ext cx="3840480" cy="14818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800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변환 화면</a:t>
            </a:r>
            <a:endParaRPr lang="en-US" sz="1000" dirty="0"/>
          </a:p>
        </p:txBody>
      </p:sp>
      <p:pic>
        <p:nvPicPr>
          <p:cNvPr id="11" name="Image 1" descr="/Users/shinysky/workspace/ai-worker/screens/07-excel-histor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3053408"/>
            <a:ext cx="3840480" cy="11887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4800600"/>
            <a:ext cx="355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히스토리 화면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412480" y="4927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56178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517904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517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상세 — 면접 질문 생성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공고(JD) 텍스트 입력 + 이력서/경력서 (선택)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직무 유형: 개발, 디자인, 기획, 마케팅, 영업, 일반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(질문 5개): 면접 질문 + 평가 의도 + 우수 답변 키워드 + 상/중/하 평가 기준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다운로드, 전체 복사 기능</a:t>
            </a:r>
          </a:p>
        </p:txBody>
      </p:sp>
      <p:pic>
        <p:nvPicPr>
          <p:cNvPr id="9" name="Image 0" descr="/Users/shinysky/workspace/ai-worker/screens/08-inter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024" y="2560320"/>
            <a:ext cx="3585815" cy="2194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800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면접 질문 생성 화면</a:t>
            </a:r>
            <a:endParaRPr lang="en-US" sz="1000" dirty="0"/>
          </a:p>
        </p:txBody>
      </p:sp>
      <p:pic>
        <p:nvPicPr>
          <p:cNvPr id="11" name="Image 1" descr="/Users/shinysky/workspace/ai-worker/screens/09-interview-histor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74437" y="2560320"/>
            <a:ext cx="3556001" cy="21945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4800600"/>
            <a:ext cx="355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히스토리 화면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412480" y="4927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603711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389888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데이터베이스 설계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8046720" cy="1645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 (1) ──→ (N) PresentationHistory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(1) ──→ (N) ImageAnalysisHistory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(1) ──→ (N) ImageToExcelHistory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(1) ──→ (N) InterviewHistory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 테이블, userId + createdAt 복합 인덱스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필드로 유연한 결과 데이터 저장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User 삭제 시 히스토리 Cascade 삭제</a:t>
            </a:r>
          </a:p>
        </p:txBody>
      </p:sp>
      <p:sp>
        <p:nvSpPr>
          <p:cNvPr id="11" name="Text 9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25008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005840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규모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18677"/>
              </p:ext>
            </p:extLst>
          </p:nvPr>
        </p:nvGraphicFramePr>
        <p:xfrm>
          <a:off x="548640" y="1371600"/>
          <a:ext cx="8046720" cy="281635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커밋 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TypeScript 파일 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코드 라인 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29,000줄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백엔드 모듈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프론트엔드 기능 모듈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테이블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 파일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39개 (백엔드 21 + 프론트엔드 18)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773936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방법론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931920" cy="25603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724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TDD (테스트 주도 개발)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2103120"/>
            <a:ext cx="35469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→ Green → Refactor 사이클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[BEHAVIORAL] / [STRUCTURAL] 커밋 구분</a:t>
            </a:r>
          </a:p>
        </p:txBody>
      </p:sp>
      <p:sp>
        <p:nvSpPr>
          <p:cNvPr id="13" name="Shape 11"/>
          <p:cNvSpPr/>
          <p:nvPr/>
        </p:nvSpPr>
        <p:spPr>
          <a:xfrm>
            <a:off x="4800600" y="1371600"/>
            <a:ext cx="3794760" cy="25603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029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029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3212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페어 프로그래밍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2103120"/>
            <a:ext cx="3337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Claude Code로 PRD → 계획 → TDD → 코드 리뷰 전 과정 AI 활용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커스텀 스킬 /prd, /plan, /go-phase 등으로 워크플로우 자동화</a:t>
            </a:r>
          </a:p>
        </p:txBody>
      </p:sp>
      <p:sp>
        <p:nvSpPr>
          <p:cNvPr id="18" name="Text 1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35882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2542032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2542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DEPLOY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및 배포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794760" cy="25603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724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554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2103120"/>
            <a:ext cx="3337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이메일/비밀번호 인증 (bcrypt 해싱)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JWT 토큰 기반 API 접근 제어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CORS Origin 제한, 입력 검증, 데이터 격리</a:t>
            </a:r>
          </a:p>
        </p:txBody>
      </p:sp>
      <p:sp>
        <p:nvSpPr>
          <p:cNvPr id="13" name="Shape 11"/>
          <p:cNvSpPr/>
          <p:nvPr/>
        </p:nvSpPr>
        <p:spPr>
          <a:xfrm>
            <a:off x="4800600" y="1371600"/>
            <a:ext cx="3794760" cy="25603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029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029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32120" y="1554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2103120"/>
            <a:ext cx="3337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Docker Compose 기반 컨테이너 배포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API: NestJS + LibreOffice + Poppler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Client: React 빌드 + Nginx 서빙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DB: PostgreSQL</a:t>
            </a:r>
          </a:p>
        </p:txBody>
      </p:sp>
      <p:sp>
        <p:nvSpPr>
          <p:cNvPr id="18" name="Text 16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51974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2542032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2542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BENEFITS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977640" cy="1691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37160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⚡  업무 효율화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19" y="1737360"/>
            <a:ext cx="372938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스크립트 수작업 → AI 자동 생성 (</a:t>
            </a:r>
            <a:r>
              <a:rPr lang="en-US" sz="1100" dirty="0" err="1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수분</a:t>
            </a: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수초</a:t>
            </a: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영수증/명함 수기 입력 → 이미지만으로 엑셀 변환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면접 질문 설계 시간 단축</a:t>
            </a:r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3977640" cy="1691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983480" y="137160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 품질 향상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737360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슬라이드 맥락 반영한 일관된 발표 스크립트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구조화된 면접 평가 기준으로 공정성 확보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 따른 품질 편차 감소</a:t>
            </a:r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3977640" cy="1691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31520" y="324612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 비용 절감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3611880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 Flash 모델로 저비용 AI 처리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SaaS 구독 없이 자체 플랫폼 운영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개발 (AI 페어 프로그래밍)</a:t>
            </a:r>
          </a:p>
        </p:txBody>
      </p:sp>
      <p:sp>
        <p:nvSpPr>
          <p:cNvPr id="17" name="Shape 15"/>
          <p:cNvSpPr/>
          <p:nvPr/>
        </p:nvSpPr>
        <p:spPr>
          <a:xfrm>
            <a:off x="4800600" y="3154680"/>
            <a:ext cx="3977640" cy="1691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983480" y="324612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🎓  AI 역량 내재화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83480" y="3611880"/>
            <a:ext cx="3611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 Vision API 활용 노하우 축적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기반 서비스 설계/개발 경험 확보</a:t>
            </a: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TDD + AI 페어 프로그래밍 방법론 검증</a:t>
            </a:r>
          </a:p>
        </p:txBody>
      </p:sp>
      <p:sp>
        <p:nvSpPr>
          <p:cNvPr id="20" name="Text 18"/>
          <p:cNvSpPr/>
          <p:nvPr/>
        </p:nvSpPr>
        <p:spPr>
          <a:xfrm>
            <a:off x="8412480" y="4927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025634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4952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44952" y="0"/>
            <a:ext cx="3054096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48" y="0"/>
            <a:ext cx="3044952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320040"/>
            <a:ext cx="1261872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320040"/>
            <a:ext cx="1261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85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37160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다국어 스크립트 생성 지원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기능 (히스토리 공유, 협업)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AI 모델 지원 (GPT-4o, Claude 등 선택 가능)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리허설 모드 (타이머 + 스크립트 프롬프터)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대시보드 (사용 통계, 사용자 관리)</a:t>
            </a:r>
          </a:p>
        </p:txBody>
      </p:sp>
      <p:sp>
        <p:nvSpPr>
          <p:cNvPr id="9" name="Text 7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90938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57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3048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A3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Worker — AI 기반 업무 자동화 도구 모음 플랫폼</a:t>
            </a:r>
          </a:p>
        </p:txBody>
      </p:sp>
    </p:spTree>
    <p:extLst>
      <p:ext uri="{BB962C8B-B14F-4D97-AF65-F5344CB8AC3E}">
        <p14:creationId xmlns:p14="http://schemas.microsoft.com/office/powerpoint/2010/main" val="2860173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C57AB9A-1D59-D043-85D3-4F0E56BF7E77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956</Words>
  <Application>Microsoft Macintosh PowerPoint</Application>
  <PresentationFormat>화면 슬라이드 쇼(16:9)</PresentationFormat>
  <Paragraphs>219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Worker 프로젝트 결과보고서</dc:title>
  <dc:subject>PptxGenJS Presentation</dc:subject>
  <dc:creator>신희천</dc:creator>
  <cp:lastModifiedBy>신희천</cp:lastModifiedBy>
  <cp:revision>2</cp:revision>
  <dcterms:created xsi:type="dcterms:W3CDTF">2026-03-10T05:48:23Z</dcterms:created>
  <dcterms:modified xsi:type="dcterms:W3CDTF">2026-03-10T07:57:29Z</dcterms:modified>
</cp:coreProperties>
</file>