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 Worker 프로젝트 결과보고서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 기반 업무 자동화 플랫폼</a:t>
            </a:r>
            <a:br/>
            <a:br/>
            <a:r>
              <a:rPr/>
              <a:t>신희천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2026.03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프로젝트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프로젝트명</a:t>
            </a:r>
            <a:r>
              <a:rPr/>
              <a:t>: AI Worker — AI 기반 업무 자동화 플랫폼</a:t>
            </a:r>
          </a:p>
          <a:p>
            <a:pPr lvl="0"/>
            <a:r>
              <a:rPr b="1"/>
              <a:t>개발 기간</a:t>
            </a:r>
            <a:r>
              <a:rPr/>
              <a:t>: 2025.05 ~ 2026.03</a:t>
            </a:r>
          </a:p>
          <a:p>
            <a:pPr lvl="0"/>
            <a:r>
              <a:rPr b="1"/>
              <a:t>개발 인원</a:t>
            </a:r>
            <a:r>
              <a:rPr/>
              <a:t>: 1명</a:t>
            </a:r>
          </a:p>
          <a:p>
            <a:pPr lvl="0"/>
            <a:r>
              <a:rPr b="1"/>
              <a:t>목적</a:t>
            </a:r>
            <a:r>
              <a:rPr/>
              <a:t>: 사내 반복 업무를 AI로 자동화하여 업무 효율 향상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주요 기능 (4가지)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설명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발표 스크립트 생성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PPT/PDF 업로드 → 슬라이드별 발표 스크립트 자동 생성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이미지 분석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표/차트 이미지 → 텍스트 설명 + 핵심 인사이트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엑셀 변환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영수증/명함 이미지 → 구조화 데이터 → 엑셀 다운로드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면접 질문 생성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채용 공고(JD) + 이력서 → 맞춤 면접 질문 + 평가 기준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사용한 AI 도구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서비스 탑재 AI</a:t>
            </a:r>
          </a:p>
          <a:p>
            <a:pPr lvl="0"/>
            <a:r>
              <a:rPr b="1"/>
              <a:t>Google Gemini 2.5 Flash</a:t>
            </a:r>
            <a:r>
              <a:rPr/>
              <a:t> (Vision API)</a:t>
            </a:r>
          </a:p>
          <a:p>
            <a:pPr lvl="1"/>
            <a:r>
              <a:rPr/>
              <a:t>슬라이드 이미지 분석 및 발표 스크립트 생성</a:t>
            </a:r>
          </a:p>
          <a:p>
            <a:pPr lvl="1"/>
            <a:r>
              <a:rPr/>
              <a:t>이미지 콘텐츠 분석 (표, 차트)</a:t>
            </a:r>
          </a:p>
          <a:p>
            <a:pPr lvl="1"/>
            <a:r>
              <a:rPr/>
              <a:t>영수증/명함 데이터 추출</a:t>
            </a:r>
          </a:p>
          <a:p>
            <a:pPr lvl="1"/>
            <a:r>
              <a:rPr/>
              <a:t>면접 질문 및 평가 기준 생성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사용한 AI 도구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개발에 활용한 AI</a:t>
            </a:r>
          </a:p>
          <a:p>
            <a:pPr lvl="0"/>
            <a:r>
              <a:rPr b="1"/>
              <a:t>Claude Code</a:t>
            </a:r>
            <a:r>
              <a:rPr/>
              <a:t> (Anthropic)</a:t>
            </a:r>
          </a:p>
          <a:p>
            <a:pPr lvl="1"/>
            <a:r>
              <a:rPr/>
              <a:t>TDD 기반 코드 작성 및 테스트 자동 생성</a:t>
            </a:r>
          </a:p>
          <a:p>
            <a:pPr lvl="1"/>
            <a:r>
              <a:rPr/>
              <a:t>코드 리뷰, 디버깅, Git 워크플로우 자동화</a:t>
            </a:r>
          </a:p>
          <a:p>
            <a:pPr lvl="1"/>
            <a:r>
              <a:rPr/>
              <a:t>커스텀 스킬로 반복 워크플로우 자동화</a:t>
            </a:r>
          </a:p>
          <a:p>
            <a:pPr lvl="0"/>
            <a:r>
              <a:rPr b="1"/>
              <a:t>GitHub Copilot</a:t>
            </a:r>
          </a:p>
          <a:p>
            <a:pPr lvl="1"/>
            <a:r>
              <a:rPr/>
              <a:t>VS Code 내 코드 자동완성 및 인라인 제안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시스템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React Client ──→ NestJS API ──→ PostgreSQL
  (Vite, :5175)    (:3002)
                      │
                 Gemini API
                 (Vision)</a:t>
            </a:r>
          </a:p>
          <a:p>
            <a:pPr lvl="0"/>
            <a:r>
              <a:rPr b="1"/>
              <a:t>모노레포 구조</a:t>
            </a:r>
            <a:r>
              <a:rPr/>
              <a:t>: pnpm workspace (apps/api-server + apps/user-client)</a:t>
            </a:r>
          </a:p>
          <a:p>
            <a:pPr lvl="0"/>
            <a:r>
              <a:rPr b="1"/>
              <a:t>컨테이너화</a:t>
            </a:r>
            <a:r>
              <a:rPr/>
              <a:t>: Docker Compose (API + Client + DB)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기술 스택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영역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프론트엔드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React 19, Vite 7, TypeScript, Tailwind CSS, Zustand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백엔드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NestJS 11, Express 5, Prisma 7, Passport JWT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데이터베이스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PostgreSQL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Google Gemini 2.5 Flash (Vision API)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인프라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Docker, Docker Compose, Nginx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테스트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Jest (백엔드), Vitest (프론트엔드)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기능 상세 — 발표 스크립트 생성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3단계 AI 파이프라인</a:t>
            </a:r>
          </a:p>
          <a:p>
            <a:pPr lvl="0" indent="-342900" marL="342900">
              <a:buAutoNum type="arabicPeriod"/>
            </a:pPr>
            <a:r>
              <a:rPr b="1"/>
              <a:t>슬라이드 분석</a:t>
            </a:r>
            <a:r>
              <a:rPr/>
              <a:t>: Gemini Vision으로 슬라이드 이미지 분석</a:t>
            </a:r>
          </a:p>
          <a:p>
            <a:pPr lvl="0" indent="-342900" marL="342900">
              <a:buAutoNum type="arabicPeriod"/>
            </a:pPr>
            <a:r>
              <a:rPr b="1"/>
              <a:t>맥락 기반 생성</a:t>
            </a:r>
            <a:r>
              <a:rPr/>
              <a:t>: 이전 슬라이드 맥락을 반영한 스크립트 생성</a:t>
            </a:r>
          </a:p>
          <a:p>
            <a:pPr lvl="0" indent="-342900" marL="342900">
              <a:buAutoNum type="arabicPeriod"/>
            </a:pPr>
            <a:r>
              <a:rPr b="1"/>
              <a:t>후처리 리파인</a:t>
            </a:r>
            <a:r>
              <a:rPr/>
              <a:t>: 톤, 시간, 일관성 고려하여 정제</a:t>
            </a:r>
          </a:p>
          <a:p>
            <a:pPr lvl="0"/>
            <a:r>
              <a:rPr/>
              <a:t>PPT→PDF→이미지 자동 변환 (LibreOffice, Poppler)</a:t>
            </a:r>
          </a:p>
          <a:p>
            <a:pPr lvl="0"/>
            <a:r>
              <a:rPr/>
              <a:t>격식체/비격식체, 목표 발표 시간 설정 가능</a:t>
            </a:r>
          </a:p>
          <a:p>
            <a:pPr lvl="0"/>
            <a:r>
              <a:rPr/>
              <a:t>전체 복사, TXT 다운로드, 히스토리 관리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기능 상세 — 이미지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표, 차트, 기타 이미지 업로드</a:t>
            </a:r>
          </a:p>
          <a:p>
            <a:pPr lvl="0"/>
            <a:r>
              <a:rPr/>
              <a:t>Gemini Vision API로 콘텐츠 분석</a:t>
            </a:r>
          </a:p>
          <a:p>
            <a:pPr lvl="0"/>
            <a:r>
              <a:rPr b="1"/>
              <a:t>출력</a:t>
            </a:r>
            <a:r>
              <a:rPr/>
              <a:t>: 텍스트 설명 + 핵심 인사이트 목록</a:t>
            </a:r>
          </a:p>
          <a:p>
            <a:pPr lvl="0"/>
            <a:r>
              <a:rPr/>
              <a:t>이미지 타입 자동 분류</a:t>
            </a:r>
          </a:p>
          <a:p>
            <a:pPr lvl="0"/>
            <a:r>
              <a:rPr/>
              <a:t>분석 히스토리 관리 (재조회/삭제)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기능 상세 — 엑셀 변환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영수증 또는 명함 이미지 </a:t>
            </a:r>
            <a:r>
              <a:rPr b="1"/>
              <a:t>다중 업로드</a:t>
            </a:r>
          </a:p>
          <a:p>
            <a:pPr lvl="0"/>
            <a:r>
              <a:rPr/>
              <a:t>Gemini Vision API로 구조화 데이터 추출</a:t>
            </a:r>
          </a:p>
          <a:p>
            <a:pPr lvl="0"/>
            <a:r>
              <a:rPr b="1"/>
              <a:t>영수증</a:t>
            </a:r>
            <a:r>
              <a:rPr/>
              <a:t>: 날짜, 상호명, 항목요약, 합계금액, 결제수단</a:t>
            </a:r>
          </a:p>
          <a:p>
            <a:pPr lvl="0"/>
            <a:r>
              <a:rPr b="1"/>
              <a:t>명함</a:t>
            </a:r>
            <a:r>
              <a:rPr/>
              <a:t>: 이름, 직함, 회사명, 전화번호, 이메일, 주소</a:t>
            </a:r>
          </a:p>
          <a:p>
            <a:pPr lvl="0"/>
            <a:r>
              <a:rPr/>
              <a:t>엑셀 파일 다운로드 (ExcelJS)</a:t>
            </a:r>
          </a:p>
          <a:p>
            <a:pPr lvl="0"/>
            <a:r>
              <a:rPr/>
              <a:t>변환 히스토리 관리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기능 상세 — 면접 질문 생성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채용 공고(JD) 텍스트 입력 + 이력서/경력서 (선택)</a:t>
            </a:r>
          </a:p>
          <a:p>
            <a:pPr lvl="0"/>
            <a:r>
              <a:rPr/>
              <a:t>6개 직무 유형: 개발, 디자인, 기획, 마케팅, 영업, 일반</a:t>
            </a:r>
          </a:p>
          <a:p>
            <a:pPr lvl="0"/>
            <a:r>
              <a:rPr b="1"/>
              <a:t>출력 (질문 5개)</a:t>
            </a:r>
            <a:r>
              <a:rPr/>
              <a:t>:</a:t>
            </a:r>
          </a:p>
          <a:p>
            <a:pPr lvl="1"/>
            <a:r>
              <a:rPr/>
              <a:t>면접 질문 + 평가 의도</a:t>
            </a:r>
          </a:p>
          <a:p>
            <a:pPr lvl="1"/>
            <a:r>
              <a:rPr/>
              <a:t>우수 답변 키워드</a:t>
            </a:r>
          </a:p>
          <a:p>
            <a:pPr lvl="1"/>
            <a:r>
              <a:rPr/>
              <a:t>상/중/하 평가 기준</a:t>
            </a:r>
          </a:p>
          <a:p>
            <a:pPr lvl="0"/>
            <a:r>
              <a:rPr/>
              <a:t>엑셀 다운로드, 전체 복사 기능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데이터베이스 설계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User (1) ──→ (N) PresentationHistory
     (1) ──→ (N) ImageAnalysisHistory
     (1) ──→ (N) ImageToExcelHistory
     (1) ──→ (N) InterviewHistory</a:t>
            </a:r>
          </a:p>
          <a:p>
            <a:pPr lvl="0"/>
            <a:r>
              <a:rPr/>
              <a:t>5개 테이블, userId + createdAt 복합 인덱스</a:t>
            </a:r>
          </a:p>
          <a:p>
            <a:pPr lvl="0"/>
            <a:r>
              <a:rPr/>
              <a:t>JSON 필드로 유연한 결과 데이터 저장</a:t>
            </a:r>
          </a:p>
          <a:p>
            <a:pPr lvl="0"/>
            <a:r>
              <a:rPr/>
              <a:t>User 삭제 시 히스토리 Cascade 삭제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프로젝트 규모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수치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총 커밋 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TypeScript 파일 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총 코드 라인 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 29,000줄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백엔드 모듈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프론트엔드 기능 모듈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DB 테이블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테스트 파일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39개 (백엔드 21 + 프론트엔드 18)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개발 방법론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TDD (테스트 주도 개발)</a:t>
            </a:r>
          </a:p>
          <a:p>
            <a:pPr lvl="0"/>
            <a:r>
              <a:rPr/>
              <a:t>Red → Green → Refactor 사이클</a:t>
            </a:r>
          </a:p>
          <a:p>
            <a:pPr lvl="0"/>
            <a:r>
              <a:rPr>
                <a:latin typeface="Courier"/>
              </a:rPr>
              <a:t>[BEHAVIORAL]</a:t>
            </a:r>
            <a:r>
              <a:rPr/>
              <a:t> / </a:t>
            </a:r>
            <a:r>
              <a:rPr>
                <a:latin typeface="Courier"/>
              </a:rPr>
              <a:t>[STRUCTURAL]</a:t>
            </a:r>
            <a:r>
              <a:rPr/>
              <a:t> 커밋 구분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AI 페어 프로그래밍</a:t>
            </a:r>
          </a:p>
          <a:p>
            <a:pPr lvl="0"/>
            <a:r>
              <a:rPr/>
              <a:t>Claude Code로 PRD → 계획 → TDD → 코드 리뷰 전 과정 AI 활용</a:t>
            </a:r>
          </a:p>
          <a:p>
            <a:pPr lvl="0"/>
            <a:r>
              <a:rPr/>
              <a:t>커스텀 스킬 </a:t>
            </a:r>
            <a:r>
              <a:rPr>
                <a:latin typeface="Courier"/>
              </a:rPr>
              <a:t>/prd</a:t>
            </a:r>
            <a:r>
              <a:rPr/>
              <a:t>, </a:t>
            </a:r>
            <a:r>
              <a:rPr>
                <a:latin typeface="Courier"/>
              </a:rPr>
              <a:t>/plan</a:t>
            </a:r>
            <a:r>
              <a:rPr/>
              <a:t>, </a:t>
            </a:r>
            <a:r>
              <a:rPr>
                <a:latin typeface="Courier"/>
              </a:rPr>
              <a:t>/go-phase</a:t>
            </a:r>
            <a:r>
              <a:rPr/>
              <a:t> 등으로 워크플로우 자동화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보안 및 배포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보안</a:t>
            </a:r>
          </a:p>
          <a:p>
            <a:pPr lvl="0"/>
            <a:r>
              <a:rPr/>
              <a:t>이메일/비밀번호 인증 (bcrypt 해싱)</a:t>
            </a:r>
          </a:p>
          <a:p>
            <a:pPr lvl="0"/>
            <a:r>
              <a:rPr/>
              <a:t>JWT 토큰 기반 API 접근 제어</a:t>
            </a:r>
          </a:p>
          <a:p>
            <a:pPr lvl="0"/>
            <a:r>
              <a:rPr/>
              <a:t>CORS Origin 제한, 입력 검증, 데이터 격리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배포</a:t>
            </a:r>
          </a:p>
          <a:p>
            <a:pPr lvl="0"/>
            <a:r>
              <a:rPr/>
              <a:t>Docker Compose 기반 컨테이너 배포</a:t>
            </a:r>
          </a:p>
          <a:p>
            <a:pPr lvl="0"/>
            <a:r>
              <a:rPr/>
              <a:t>API: NestJS + LibreOffice + Poppler</a:t>
            </a:r>
          </a:p>
          <a:p>
            <a:pPr lvl="0"/>
            <a:r>
              <a:rPr/>
              <a:t>Client: React 빌드 + Nginx 서빙</a:t>
            </a:r>
          </a:p>
          <a:p>
            <a:pPr lvl="0"/>
            <a:r>
              <a:rPr/>
              <a:t>DB: PostgreSQL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향후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다국어 스크립트 생성 지원</a:t>
            </a:r>
          </a:p>
          <a:p>
            <a:pPr lvl="0"/>
            <a:r>
              <a:rPr/>
              <a:t>팀 공유 기능 (히스토리 공유, 협업)</a:t>
            </a:r>
          </a:p>
          <a:p>
            <a:pPr lvl="0"/>
            <a:r>
              <a:rPr/>
              <a:t>추가 AI 모델 지원 (GPT-4o, Claude 등 선택 가능)</a:t>
            </a:r>
          </a:p>
          <a:p>
            <a:pPr lvl="0"/>
            <a:r>
              <a:rPr/>
              <a:t>발표 리허설 모드 (타이머 + 스크립트 프롬프터)</a:t>
            </a:r>
          </a:p>
          <a:p>
            <a:pPr lvl="0"/>
            <a:r>
              <a:rPr/>
              <a:t>관리자 대시보드 (사용 통계, 사용자 관리)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감사합니다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Worker 프로젝트 결과보고서</dc:title>
  <dc:creator>신희천</dc:creator>
  <cp:keywords/>
  <dcterms:created xsi:type="dcterms:W3CDTF">2026-03-09T09:05:09Z</dcterms:created>
  <dcterms:modified xsi:type="dcterms:W3CDTF">2026-03-09T09:05:09Z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2026.03</vt:lpwstr>
  </property>
  <property fmtid="{D5CDD505-2E9C-101B-9397-08002B2CF9AE}" pid="3" name="subtitle">
    <vt:lpwstr>AI 기반 업무 자동화 플랫폼</vt:lpwstr>
  </property>
</Properties>
</file>